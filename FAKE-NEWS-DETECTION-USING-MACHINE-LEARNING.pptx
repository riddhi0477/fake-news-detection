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Platypi Medium"/>
      <p:regular r:id="rId14"/>
    </p:embeddedFont>
    <p:embeddedFont>
      <p:font typeface="Platypi Medium"/>
      <p:regular r:id="rId15"/>
    </p:embeddedFont>
    <p:embeddedFont>
      <p:font typeface="Platypi Medium"/>
      <p:regular r:id="rId16"/>
    </p:embeddedFont>
    <p:embeddedFont>
      <p:font typeface="Platypi Medium"/>
      <p:regular r:id="rId17"/>
    </p:embeddedFont>
    <p:embeddedFont>
      <p:font typeface="Source Serif 4"/>
      <p:regular r:id="rId18"/>
    </p:embeddedFont>
    <p:embeddedFont>
      <p:font typeface="Source Serif 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16731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FAKE NEWS DETECTION USING MACHINE LEARNING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321611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Team Members: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1232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Ananya Deep — E23CSEU0435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654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Akansha Attri — E23CSEU0445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00765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Riddhi Chopra — E23CSEU0477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44984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Misha Alam — E23CSEU0480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0582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Overview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18129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Fake.csv + True.csv combined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22551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Labeled as 0 (fake) and 1 (true)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26973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Used ~5000 samples for training/testing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313955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Balanced dataset for better accuracy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3842623"/>
            <a:ext cx="46412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NLP &amp; Preprocessing</a:t>
            </a:r>
            <a:endParaRPr lang="en-US" sz="3550" dirty="0"/>
          </a:p>
        </p:txBody>
      </p:sp>
      <p:sp>
        <p:nvSpPr>
          <p:cNvPr id="9" name="Text 6"/>
          <p:cNvSpPr/>
          <p:nvPr/>
        </p:nvSpPr>
        <p:spPr>
          <a:xfrm>
            <a:off x="6280190" y="474976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Lowercasing &amp; regex-based cleaning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51919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Removing punctuation, HTML tags, URLs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80190" y="563415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Tokenization using NLTK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607635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Lemmatization using WordNet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5185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Stopword removal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280190" y="69607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Output → Cleaned text for vectorization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90224"/>
            <a:ext cx="3501509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Machine Learning Models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71796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Models experimented: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2849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SVC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2713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KNN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16933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Logistic Regression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73631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35E5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Stacking Classifier chosen for best performance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1790224"/>
            <a:ext cx="350150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Training &amp; Saving</a:t>
            </a:r>
            <a:endParaRPr lang="en-US" sz="3550" dirty="0"/>
          </a:p>
        </p:txBody>
      </p:sp>
      <p:sp>
        <p:nvSpPr>
          <p:cNvPr id="10" name="Text 7"/>
          <p:cNvSpPr/>
          <p:nvPr/>
        </p:nvSpPr>
        <p:spPr>
          <a:xfrm>
            <a:off x="4856321" y="315098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Used TF-IDF features for training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395609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Performed train-test split (80-20)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76119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Trained stacking ensemble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20338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Saved final files: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856321" y="564558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nlp_model.pkl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608778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transform.pkl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176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Flask Backend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123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Created routes: / and /predict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2545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Loaded model + TF-IDF vectorizer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6967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Implemented preprocessing inside backend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1389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Connected HTML input to Python logic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842028"/>
            <a:ext cx="46548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Prediction Workflow</a:t>
            </a:r>
            <a:endParaRPr lang="en-US" sz="3550" dirty="0"/>
          </a:p>
        </p:txBody>
      </p:sp>
      <p:sp>
        <p:nvSpPr>
          <p:cNvPr id="8" name="Text 6"/>
          <p:cNvSpPr/>
          <p:nvPr/>
        </p:nvSpPr>
        <p:spPr>
          <a:xfrm>
            <a:off x="793790" y="474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104209"/>
            <a:ext cx="4196358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5278517"/>
            <a:ext cx="30278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User enters news text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474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16962" y="5104209"/>
            <a:ext cx="4196358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3" name="Text 11"/>
          <p:cNvSpPr/>
          <p:nvPr/>
        </p:nvSpPr>
        <p:spPr>
          <a:xfrm>
            <a:off x="5216962" y="5278517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Text is cleaned → tokenized → lemmatized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74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5104209"/>
            <a:ext cx="4196358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9640133" y="5278517"/>
            <a:ext cx="29794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Vectorized via TF-IDF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3790" y="638401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6739057"/>
            <a:ext cx="6407944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6913364"/>
            <a:ext cx="44219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predicts Fake (0) / Real (1)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28548" y="638401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6739057"/>
            <a:ext cx="6407944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6913364"/>
            <a:ext cx="30675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Result displayed on UI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81977"/>
            <a:ext cx="350150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Frontend UI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27576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Styled newspaper-themed background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08086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Centered input box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2306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Added "Predict" button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96526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Clean, minimal interface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2481977"/>
            <a:ext cx="350150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Result Page</a:t>
            </a:r>
            <a:endParaRPr lang="en-US" sz="3550" dirty="0"/>
          </a:p>
        </p:txBody>
      </p:sp>
      <p:sp>
        <p:nvSpPr>
          <p:cNvPr id="9" name="Text 6"/>
          <p:cNvSpPr/>
          <p:nvPr/>
        </p:nvSpPr>
        <p:spPr>
          <a:xfrm>
            <a:off x="4856321" y="327576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Displays: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384274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835E5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TRUE NEWS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 red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2849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835E5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FAKE NEWS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 blue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72713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Simple and easy-to-read layout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53223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Integrated with Flask output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303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Technologies Used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23636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650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Python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28548" y="2423636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7655362" y="2650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NLTK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55362" y="314086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tokenization, lemmatization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3957399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9" name="Text 7"/>
          <p:cNvSpPr/>
          <p:nvPr/>
        </p:nvSpPr>
        <p:spPr>
          <a:xfrm>
            <a:off x="1020604" y="41842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TF-IDF Vectorizer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28548" y="3957399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7655362" y="41842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Scikit-Learn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55362" y="467463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ML models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519499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1020604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MLXtend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0604" y="623673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stacking classifier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216962" y="5519499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43776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Flask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3776" y="623673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deployment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640133" y="5519499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20" name="Text 18"/>
          <p:cNvSpPr/>
          <p:nvPr/>
        </p:nvSpPr>
        <p:spPr>
          <a:xfrm>
            <a:off x="9866948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HTML/CSS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66948" y="623673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UI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89302"/>
            <a:ext cx="455140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Architecture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89643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Dataset → Preprocessing → TF-IDF → Model Training → Flask → UI → Output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87739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Backend &amp; UI fully integrated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2025-11-13T04:57:25Z</dcterms:created>
  <dcterms:modified xsi:type="dcterms:W3CDTF">2025-11-13T04:57:25Z</dcterms:modified>
</cp:coreProperties>
</file>